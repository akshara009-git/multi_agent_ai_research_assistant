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dc4cde65-24e7-842b-82bc-958eb5c7572a}">
          <p14:sldIdLst>
            <p14:sldId id="256"/>
            <p14:sldId id="257"/>
            <p14:sldId id="258"/>
          </p14:sldIdLst>
        </p14:section>
        <p14:section name="System" id="{9330b226-b9f1-fb98-1941-a645cd27fc1a}">
          <p14:sldIdLst>
            <p14:sldId id="259"/>
            <p14:sldId id="260"/>
            <p14:sldId id="261"/>
          </p14:sldIdLst>
        </p14:section>
        <p14:section name="Results" id="{a7db9887-310b-5a2c-dcb2-1ea543a9af4d}">
          <p14:sldIdLst>
            <p14:sldId id="262"/>
            <p14:sldId id="263"/>
            <p14:sldId id="264"/>
          </p14:sldIdLst>
        </p14:section>
        <p14:section name="Wrap-up" id="{a095d3d2-3d4f-b242-858d-801ac57f21eb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Papers</c:v>
                </c:pt>
              </c:strCache>
            </c:strRef>
          </c:tx>
          <c:spPr>
            <a:solidFill>
              <a:srgbClr val="C15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72A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</c:v>
                </c:pt>
                <c:pt idx="1">
                  <c:v>61</c:v>
                </c:pt>
                <c:pt idx="2">
                  <c:v>94</c:v>
                </c:pt>
                <c:pt idx="3">
                  <c:v>142</c:v>
                </c:pt>
                <c:pt idx="4">
                  <c:v>201</c:v>
                </c:pt>
                <c:pt idx="5">
                  <c:v>289</c:v>
                </c:pt>
                <c:pt idx="6">
                  <c:v>347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72A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C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DCC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C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C4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37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4754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37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7DCC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C4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ResearchAI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AI-POWERED LITERATURE REVIEW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06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bg2"/>
                </a:solidFill>
              </a:rPr>
              <a:t>From research question to scientific insight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10 specialized agents · one research workflow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097280"/>
            <a:ext cx="0" cy="14630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6858000" y="1525794"/>
            <a:ext cx="1034526" cy="103452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2560320"/>
            <a:ext cx="146304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2560320"/>
            <a:ext cx="1034526" cy="103452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2560320"/>
            <a:ext cx="0" cy="14630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5823474" y="2560320"/>
            <a:ext cx="1034526" cy="103452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0" y="2560320"/>
            <a:ext cx="146304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23474" y="1525794"/>
            <a:ext cx="1034526" cy="103452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01968" y="841248"/>
            <a:ext cx="512064" cy="512064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636494" y="1269762"/>
            <a:ext cx="512064" cy="512064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065008" y="2304288"/>
            <a:ext cx="512064" cy="512064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636494" y="3338814"/>
            <a:ext cx="512064" cy="512064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01968" y="3767328"/>
            <a:ext cx="512064" cy="512064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567442" y="3338814"/>
            <a:ext cx="512064" cy="512064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2304288"/>
            <a:ext cx="512064" cy="512064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7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67442" y="1269762"/>
            <a:ext cx="512064" cy="512064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192024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Research question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Research is drowning in papers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42 → 18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Papers screened to relevant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Candidates retrieved, then filtered by relevance score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9×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Growth in yearly papers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Deepfake-detection publications, 2019 to 2025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Scholarly sources searched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arXiv, Semantic Scholar, CrossRef and PubMed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ResearchAI automates the search, read, compare and synthesize loop.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09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Figures come from the app's built-in deepfake-detection demo run.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C4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From question to report in 8 stages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920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17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Query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842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User states a research question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234440"/>
            <a:ext cx="1920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0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417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Search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9842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arXiv, Semantic Scholar, CrossRef, PubMed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1920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46320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417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Summarize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9842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Key findings extracted per paper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234440"/>
            <a:ext cx="1920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49440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1417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Compare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19842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Methods, datasets and metrics side by side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1920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154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Gaps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2160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Unexplored areas with evidence chains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0" y="2971800"/>
            <a:ext cx="1920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743200" y="3154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291840" y="3154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Datasets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372160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Relevant public datasets matched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2971800"/>
            <a:ext cx="1920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46320" y="3154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394960" y="3154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Trends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372160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Publication counts by year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66560" y="2971800"/>
            <a:ext cx="1920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949440" y="3154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498080" y="3154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372160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Structured, cited research report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C4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Ten agents, one coordinator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36192" cy="169164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Coordinator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94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Plans the research workflow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30552" y="1188720"/>
            <a:ext cx="1536192" cy="16916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67712" y="1325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67712" y="1783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Search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267712" y="2194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arXiv, Semantic Scholar, CrossRef, PubMed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03904" y="1188720"/>
            <a:ext cx="1536192" cy="16916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41064" y="1325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41064" y="1783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Summary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941064" y="2194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Extracts key findings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77256" y="1188720"/>
            <a:ext cx="1536192" cy="16916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14416" y="1325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14416" y="1783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Comparison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14416" y="2194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Compares methods and results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50608" y="1188720"/>
            <a:ext cx="1536192" cy="16916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87768" y="1325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287768" y="1783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Research Gap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87768" y="2194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Finds unexplored areas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536192" cy="16916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31546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611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Citation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4023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IEEE, APA and MLA references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130552" y="3017520"/>
            <a:ext cx="1536192" cy="16916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267712" y="31546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267712" y="3611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Dataset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267712" y="4023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Finds public datasets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03904" y="3017520"/>
            <a:ext cx="1536192" cy="16916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941064" y="31546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941064" y="3611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Knowledge Graph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941064" y="4023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Maps papers, methods, datasets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77256" y="3017520"/>
            <a:ext cx="1536192" cy="16916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614416" y="31546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614416" y="3611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Trend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614416" y="4023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Analyzes publication trends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150608" y="3017520"/>
            <a:ext cx="1536192" cy="16916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287768" y="31546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287768" y="3611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Report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287768" y="4023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Compiles the final report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C4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it is built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Interface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18872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Landing page, live agent workspace and a 10-tab results dashboard, built with React 19 and Vite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057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Agents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0574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coordinator plans the run; each agent shows Waiting, Working, Completed or Needs Review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9260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Sources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9260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arXiv, Semantic Scholar, CrossRef and PubMed, plus Papers with Code for datasets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794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Visuals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379476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Recharts trend charts and a knowledge graph linking papers, methods and datasets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09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Prototype note: this version runs on built-in sample data for the demo query.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C4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ten-tab research dashboard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188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Overview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481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Run summary at a glance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202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874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Papers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167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Browse, filter and sort papers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06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560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Comparison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52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Method, dataset and metric table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918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246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Research Gaps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538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Evidence-backed gaps with confidence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776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931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Datasets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224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Public datasets with size and license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1234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1188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Knowledge Graph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1481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Papers, methods and datasets linked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19202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1874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Trends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2167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Publications per year, emerging topics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2606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2560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Citations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2852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IEEE, APA, MLA and BibTeX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32918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3246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Report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257800" y="3538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Structured 11-section report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39776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3931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Evidence &amp; Trace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4224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Claims traced to sources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C4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run: deepfake detection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82880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Venue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Key result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P1 · Multimodal fusion networks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CVPR 2025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AUC 0.978, EER 3.1%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P2 · Self-supervised frequency artifacts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NeurIPS 2024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Cross-generator AUC 0.91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P3 · Temporal consistency for diffusion video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ICCV 2025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AUC 0.94, F1 0.89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P4 · Explainable region attribution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IEEE TIFS 2023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Accuracy 96.2%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P5 · Real-world compression benchmark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WACV 2024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AUC drops 15–40%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P6 · Cross-lingual audio deepfakes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Interspeech 2024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EER 4% → 19%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09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Sample data bundled with the app; 6 of 18 selected papers shown.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C4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Gaps the agents surfaced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Diffusion-based forgeries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154680" y="1371600"/>
            <a:ext cx="1097280" cy="27432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High confidence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Detectors tuned on GAN-era data lose ground on diffusion-generated video.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Real-world compression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1371600"/>
            <a:ext cx="1097280" cy="27432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High confidence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Benchmarks show a 15–40% AUC drop after realistic re-encoding.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Interpretability on subtle edits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3154680"/>
            <a:ext cx="1097280" cy="274320"/>
          </a:xfrm>
          <a:prstGeom prst="roundRect">
            <a:avLst>
              <a:gd name="adj" fmla="val 33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Medium confidence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794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Attribution maps weaken on subtle edits; most papers don't report them.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Low-resource audio deepfakes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3154680"/>
            <a:ext cx="1097280" cy="274320"/>
          </a:xfrm>
          <a:prstGeom prst="roundRect">
            <a:avLst>
              <a:gd name="adj" fmla="val 33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Medium confidence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794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Audio EER nearly quintuples outside English (4% → 19%).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C4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Publication trends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2120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188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9×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1188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more papers a year than in 2019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Emerging topics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▲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Diffusion forgery detection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▲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Audio-visual fusion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▲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Explainable attribution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3794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▲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Cross-lingual audio spoofing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4206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▼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Classic GAN-artifact detection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C4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Every claim traced to its source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2"/>
                </a:solidFill>
              </a:rPr>
              <a:t>92%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of report claims traced to a specific paper or dataset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bg2"/>
                </a:solidFill>
              </a:rPr>
              <a:t>Claim → Paper → Evidence → Source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216712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20116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Swap sample data for live arXiv, Semantic Scholar, CrossRef and PubMed queries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08152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9260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Check agent output against expert-written literature reviews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99592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38404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Extend beyond deepfakes: healthcare, energy, cybersecurity, quantum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7DCC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AI">
  <a:themeElements>
    <a:clrScheme name="ResearchAI">
      <a:dk1>
        <a:srgbClr val="372A20"/>
      </a:dk1>
      <a:lt1>
        <a:srgbClr val="FFFFFF"/>
      </a:lt1>
      <a:dk2>
        <a:srgbClr val="6B5C4E"/>
      </a:dk2>
      <a:lt2>
        <a:srgbClr val="F6EFE6"/>
      </a:lt2>
      <a:accent1>
        <a:srgbClr val="C1592B"/>
      </a:accent1>
      <a:accent2>
        <a:srgbClr val="C98A2C"/>
      </a:accent2>
      <a:accent3>
        <a:srgbClr val="707B4F"/>
      </a:accent3>
      <a:accent4>
        <a:srgbClr val="8A6BAE"/>
      </a:accent4>
      <a:accent5>
        <a:srgbClr val="9E4620"/>
      </a:accent5>
      <a:accent6>
        <a:srgbClr val="5C7A52"/>
      </a:accent6>
      <a:hlink>
        <a:srgbClr val="C1592B"/>
      </a:hlink>
      <a:folHlink>
        <a:srgbClr val="6B5C4E"/>
      </a:folHlink>
    </a:clrScheme>
    <a:fontScheme name="Research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ResearchAI</dc:title>
  <dc:subject>PptxGenJS Presentation</dc:subject>
  <dc:creator>PptxGenJS</dc:creator>
  <cp:lastModifiedBy>PptxGenJS</cp:lastModifiedBy>
  <cp:revision>1</cp:revision>
  <dcterms:created xsi:type="dcterms:W3CDTF">2026-10-06T08:26:56Z</dcterms:created>
  <dcterms:modified xsi:type="dcterms:W3CDTF">2026-10-06T08:26:56Z</dcterms:modified>
</cp:coreProperties>
</file>